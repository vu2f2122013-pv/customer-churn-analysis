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058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365760" y="19202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Prediction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65760" y="3017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Analytics &amp; Machine Learning Project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526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Python  |  Power BI  |  Scikit-learn  |  Pandas  |  Seaborn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743200" cy="34747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2344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9202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246888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telecom company is losing customers (churning) to competitors. Identifying at-risk customers early can help retain them through targeted offers.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097280"/>
            <a:ext cx="2743200" cy="34747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2344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337560" y="19202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37560" y="246888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customer data to find patterns behind churn and build a predictive ML model to flag customers likely to leave.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097280"/>
            <a:ext cx="2743200" cy="34747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12344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263640" y="19202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63640" y="246888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churn by even 5% can significantly boost revenue. Retaining existing customers is 5x cheaper than acquiring new ones.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1920240" cy="14630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7,032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19202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468880" y="1051560"/>
            <a:ext cx="1920240" cy="14630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11430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468880" y="19202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1051560"/>
            <a:ext cx="1920240" cy="14630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1430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26.6%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572000" y="19202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75120" y="1051560"/>
            <a:ext cx="1920240" cy="14630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11430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675120" y="19202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in Dataset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3246120"/>
            <a:ext cx="4023360" cy="29260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2644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593592"/>
            <a:ext cx="4023360" cy="29260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6118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SeniorCitizen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941064"/>
            <a:ext cx="4023360" cy="29260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9593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288536"/>
            <a:ext cx="4023360" cy="29260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30682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PhoneService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636008"/>
            <a:ext cx="4023360" cy="29260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65429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InternetService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46320" y="3246120"/>
            <a:ext cx="4023360" cy="29260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32644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46320" y="3593592"/>
            <a:ext cx="4023360" cy="29260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0" y="36118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MonthlyCharges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46320" y="3941064"/>
            <a:ext cx="4023360" cy="29260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0" y="39593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TotalCharges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46320" y="4288536"/>
            <a:ext cx="4023360" cy="29260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0" y="430682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PaymentMethod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846320" y="4636008"/>
            <a:ext cx="4023360" cy="292608"/>
          </a:xfrm>
          <a:prstGeom prst="rect">
            <a:avLst/>
          </a:prstGeom>
          <a:solidFill>
            <a:srgbClr val="E945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0" y="465429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(Target)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EDA Insights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73152" cy="155448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11887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Type Matters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customers churn at 42% vs only 11% for one-year and 3% for two-year contracts.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51560"/>
            <a:ext cx="73152" cy="1554480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1887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86400" y="11887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Customers At Risk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69164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 tenure &lt; 12 months have the highest churn rate. Long-term customers are much more loyal.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88036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880360"/>
            <a:ext cx="73152" cy="155448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0175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97280" y="30175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Bills = More Churn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352044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customers pay ~$20 more per month on average (median $80 vs $65 for retained customers).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288036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880360"/>
            <a:ext cx="73152" cy="155448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0175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86400" y="30175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Optic Risk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352044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optic internet users churn significantly more than DSL users, possibly due to pricing or competition.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Results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Random Forest Classifier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1965960" cy="16459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64592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74320" y="23774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27432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correct predictions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23160" y="1508760"/>
            <a:ext cx="1965960" cy="16459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164592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0.813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423160" y="23774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423160" y="27432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discrimination score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1508760"/>
            <a:ext cx="1965960" cy="16459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64592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572000" y="23774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0" y="27432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churned customers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20840" y="1508760"/>
            <a:ext cx="1965960" cy="16459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0840" y="164592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720840" y="23774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20840" y="27432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detection rate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Churn Predictors (Feature Importance)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7200" y="37490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TotalCharges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377440" y="3785616"/>
            <a:ext cx="5349240" cy="16459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00507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MonthlyCharges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377440" y="4041648"/>
            <a:ext cx="5052060" cy="16459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26110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377440" y="4297680"/>
            <a:ext cx="4636008" cy="16459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51713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377440" y="4553712"/>
            <a:ext cx="2496312" cy="16459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7731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PaymentMethod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377440" y="4809744"/>
            <a:ext cx="1664208" cy="16459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60120" y="1097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Long-term Contracts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481328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discounts to move customers from month-to-month to annual contracts. This alone could cut churn by 30%+.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00584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00600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🆕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394960" y="1097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New Customers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94960" y="1481328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dedicated onboarding program for first-year customers with check-ins at 3, 6, and 9 months.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33172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2423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0120" y="24231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Pricing Strategy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2807208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monthly charges correlate strongly with churn. Introduce loyalty pricing or bundled discounts for long-term customers.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233172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00600" y="2423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394960" y="24231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Fiber Optic Service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94960" y="2807208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why fiber optic users churn more — could be pricing, speed issues, or competitor offers. Address root cause.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65760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5760" y="3749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60120" y="3749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Churn Model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4133088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ML model monthly to flag at-risk customers. Sales team can proactively reach out with retention offers.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365760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00600" y="3749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394960" y="3749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KPIs Monthly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94960" y="4133088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churn rate, average tenure, and monthly charges monthly via Power BI dashboard for early warning signals.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834640" cy="15544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51560"/>
            <a:ext cx="2834640" cy="320040"/>
          </a:xfrm>
          <a:prstGeom prst="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4630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87452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language for data processing and ML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1051560"/>
            <a:ext cx="2834640" cy="15544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37560" y="1051560"/>
            <a:ext cx="2834640" cy="320040"/>
          </a:xfrm>
          <a:prstGeom prst="rect">
            <a:avLst/>
          </a:prstGeom>
          <a:solidFill>
            <a:srgbClr val="150458"/>
          </a:solidFill>
          <a:ln w="12700">
            <a:solidFill>
              <a:srgbClr val="15045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4630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&amp; NumPy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187452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manipulation, cleaning, and numerical computing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0" y="1051560"/>
            <a:ext cx="2834640" cy="15544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1051560"/>
            <a:ext cx="2834640" cy="320040"/>
          </a:xfrm>
          <a:prstGeom prst="rect">
            <a:avLst/>
          </a:prstGeom>
          <a:solidFill>
            <a:srgbClr val="11557C"/>
          </a:solidFill>
          <a:ln w="12700">
            <a:solidFill>
              <a:srgbClr val="1155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14630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&amp; Seaborn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37960" y="187452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and EDA charts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880360"/>
            <a:ext cx="2834640" cy="15544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880360"/>
            <a:ext cx="2834640" cy="320040"/>
          </a:xfrm>
          <a:prstGeom prst="rect">
            <a:avLst/>
          </a:prstGeom>
          <a:solidFill>
            <a:srgbClr val="F89939"/>
          </a:solidFill>
          <a:ln w="12700">
            <a:solidFill>
              <a:srgbClr val="F8993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2918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1480" y="370332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model, encoding, train/test split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37560" y="2880360"/>
            <a:ext cx="2834640" cy="15544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37560" y="2880360"/>
            <a:ext cx="2834640" cy="320040"/>
          </a:xfrm>
          <a:prstGeom prst="rect">
            <a:avLst/>
          </a:prstGeom>
          <a:solidFill>
            <a:srgbClr val="F37626"/>
          </a:solidFill>
          <a:ln w="12700">
            <a:solidFill>
              <a:srgbClr val="F37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32918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0" y="370332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development environment for analysis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0" y="2880360"/>
            <a:ext cx="2834640" cy="15544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0" y="2880360"/>
            <a:ext cx="2834640" cy="320040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7960" y="32918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37960" y="370332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business dashboard with slicers and KPIs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34272" y="0"/>
            <a:ext cx="109728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Analysis &amp; Prediction Project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0" y="3200400"/>
            <a:ext cx="3657600" cy="36576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•  Power BI  •  Scikit-learn  •  Pandas  •  Seaborn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Analysis</dc:title>
  <dc:subject>PptxGenJS Presentation</dc:subject>
  <dc:creator>PptxGenJS</dc:creator>
  <cp:lastModifiedBy>PptxGenJS</cp:lastModifiedBy>
  <cp:revision>1</cp:revision>
  <dcterms:created xsi:type="dcterms:W3CDTF">2026-02-27T16:57:46Z</dcterms:created>
  <dcterms:modified xsi:type="dcterms:W3CDTF">2026-02-27T16:57:46Z</dcterms:modified>
</cp:coreProperties>
</file>